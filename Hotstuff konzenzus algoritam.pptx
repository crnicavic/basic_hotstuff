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3feda0b8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3feda0b8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93feda0b8b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93feda0b8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93feda0b8b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93feda0b8b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93feda0b8b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93feda0b8b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93ff3ad2d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93ff3ad2d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93ff3ad2d2_2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93ff3ad2d2_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93ff3ad2d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93ff3ad2d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93ff3ad2d2_2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93ff3ad2d2_2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93ff3ad2d2_2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93ff3ad2d2_2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93ff3ad2d2_2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93ff3ad2d2_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c8980703f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c8980703f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c8980703f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c8980703f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Hotstuff konzenzus algoritam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Ognjen Čavić E2161-2024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Uvod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Distribuirani sistemi kao osnova savremenih aplikacija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Replikacija mašine stanja (SMR) kao mehanizam pouzdanosti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Distribuirani konsenzus je način dostizanja saglasnosti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Algoritam mora biti otporan na proizvoljno ponašanje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 title="konsenzu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76551" y="2511100"/>
            <a:ext cx="2479273" cy="2275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Bezbednost i živost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Bezbednost - ne može doći do konfliktnih odluka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Živost - sistem ostvaruje napredak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Oba svojstva su neophodna u SMR modelu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9" name="Google Shape;69;p15" title="safety_and_liveness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32113" y="2186400"/>
            <a:ext cx="5879774" cy="2810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Osobine algoritma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Algoritam zasnovan na vođi (leader-based)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Linearna promena pogleda (linear view change)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Optimistična odzivnost (optimistic responsiveness)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76" name="Google Shape;76;p16" title="im_the_leade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89600" y="2369350"/>
            <a:ext cx="5164799" cy="258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Okruženja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Replike koje učestvuju u donošenju odluka su poznate (permissioned)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Parcijalno sinhroni model mrežne komunikacije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U sistemu ima N replika od kojih je maksimalno F vizantijski neispravno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83" name="Google Shape;83;p17" title="Public_vs_Private_Blockchain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64137" y="2307650"/>
            <a:ext cx="4015725" cy="2682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Strukture podataka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Blok - sadrži komandu čije izvršavanje se razmatra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Sertifikat kvoruma (QC) - glavni bezbednosni mehanizam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Poruka (Message) - komunikacioni tip, sadrži blok i odgovarajući QC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Lokalno praćenje stanja algoritma kod svake replike: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>
                <a:solidFill>
                  <a:schemeClr val="dk1"/>
                </a:solidFill>
              </a:rPr>
              <a:t>current_view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>
                <a:solidFill>
                  <a:schemeClr val="dk1"/>
                </a:solidFill>
              </a:rPr>
              <a:t>prepareQC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>
                <a:solidFill>
                  <a:schemeClr val="dk1"/>
                </a:solidFill>
              </a:rPr>
              <a:t>lockedQC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Sertifikat kvoruma</a:t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Najbitniji deo za garanciju bezbednosti jer služi kao dokaz da je dovoljan broj replika glasao za predlog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(k, n) šema potpisa sa pragom, svi imaju isti javni ključ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96" name="Google Shape;96;p19" title="threshold_si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4965" y="2446300"/>
            <a:ext cx="4574076" cy="241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Hotstuff algoritam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Izvršavanje je organizovano u poglede, svaki pogled ima 4 faze: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>
                <a:solidFill>
                  <a:schemeClr val="dk1"/>
                </a:solidFill>
              </a:rPr>
              <a:t>PREPARE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>
                <a:solidFill>
                  <a:schemeClr val="dk1"/>
                </a:solidFill>
              </a:rPr>
              <a:t>PRECOMMIT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>
                <a:solidFill>
                  <a:schemeClr val="dk1"/>
                </a:solidFill>
              </a:rPr>
              <a:t>COMMIT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>
                <a:solidFill>
                  <a:schemeClr val="dk1"/>
                </a:solidFill>
              </a:rPr>
              <a:t>DECIDE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03" name="Google Shape;103;p20" title="hotstuff_shi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82138" y="2686547"/>
            <a:ext cx="4979725" cy="224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Pejsmejker</a:t>
            </a:r>
            <a:endParaRPr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276850" y="11385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Mehanizam postizanja živosti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Zasniva se na tajmeru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Ukoliko algoritam ne napreduje neko vreme, prelazi se u sledeći pogled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Lančani (chained) Hotstuff</a:t>
            </a:r>
            <a:endParaRPr/>
          </a:p>
        </p:txBody>
      </p:sp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Optimizacija osnovne verzije algoritma koja dozvoljava istovremeno razmatranje četiri predloga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Koristi samo jedan tip sertifikata kvoruma tzv. genericQC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Poruke su ili generične ili poruke za prelazak u sledeći pogled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16" name="Google Shape;116;p22" title="chained-hotstuff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8150" y="2778547"/>
            <a:ext cx="6927700" cy="197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Implementacija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I</a:t>
            </a:r>
            <a:r>
              <a:rPr lang="en">
                <a:solidFill>
                  <a:schemeClr val="dk1"/>
                </a:solidFill>
              </a:rPr>
              <a:t>mplementirana osnovna verzija algoritma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Idealizovane kriptografske osnove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Python + asyncio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Replike šalju poruke preko TCP konekcije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23" name="Google Shape;123;p23" title="asynci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87650" y="2903225"/>
            <a:ext cx="4368700" cy="18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>
            <p:ph type="title"/>
          </p:nvPr>
        </p:nvSpPr>
        <p:spPr>
          <a:xfrm>
            <a:off x="311700" y="472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Rezultati - performanse algoritma</a:t>
            </a:r>
            <a:endParaRPr/>
          </a:p>
        </p:txBody>
      </p:sp>
      <p:sp>
        <p:nvSpPr>
          <p:cNvPr id="129" name="Google Shape;129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Potvrda linearne komunikacione složenosti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30" name="Google Shape;130;p24" title="trajanje_pogled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62513" y="1763300"/>
            <a:ext cx="5218974" cy="3192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/>
        </p:nvSpPr>
        <p:spPr>
          <a:xfrm>
            <a:off x="3101400" y="2017650"/>
            <a:ext cx="2941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dk1"/>
                </a:solidFill>
              </a:rPr>
              <a:t>Pitanja?</a:t>
            </a:r>
            <a:endParaRPr sz="6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